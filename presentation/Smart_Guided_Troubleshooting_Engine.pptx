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steps that are the article's own words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F766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Model writes steps</c:v>
                  </c:pt>
                  <c:pt idx="1">
                    <c:v>Model picks step numbers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47.2</c:v>
                </c:pt>
                <c:pt idx="1">
                  <c:v>100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1F5F9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Screens linked correctly, 43 hand-labelled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F766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Model writes the URI</c:v>
                  </c:pt>
                  <c:pt idx="1">
                    <c:v>Retriever (shipped)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2.3</c:v>
                </c:pt>
                <c:pt idx="1">
                  <c:v>95.3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1F5F9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Precision@1 (%)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F766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Model writes the URI</c:v>
                  </c:pt>
                  <c:pt idx="1">
                    <c:v>Model picks from top 8</c:v>
                  </c:pt>
                  <c:pt idx="2">
                    <c:v>Rules only (BM25)</c:v>
                  </c:pt>
                  <c:pt idx="3">
                    <c:v>Hybrid BM25 + dense (shipped)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2.3</c:v>
                </c:pt>
                <c:pt idx="1">
                  <c:v>60.5</c:v>
                </c:pt>
                <c:pt idx="2">
                  <c:v>90.7</c:v>
                </c:pt>
                <c:pt idx="3">
                  <c:v>95.3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(P50)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qwen2.5 1.5B (shipped)</c:v>
                  </c:pt>
                  <c:pt idx="1">
                    <c:v>llama3.2 1B Q8</c:v>
                  </c:pt>
                  <c:pt idx="2">
                    <c:v>llama3.2 1B Q4</c:v>
                  </c:pt>
                  <c:pt idx="3">
                    <c:v>gemma3 1B</c:v>
                  </c:pt>
                  <c:pt idx="4">
                    <c:v>llama3.2 3B</c:v>
                  </c:pt>
                  <c:pt idx="5">
                    <c:v>qwen2.5 3B</c:v>
                  </c:pt>
                  <c:pt idx="6">
                    <c:v>gemma3 4B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2.52</c:v>
                </c:pt>
                <c:pt idx="1">
                  <c:v>2.78</c:v>
                </c:pt>
                <c:pt idx="2">
                  <c:v>2.57</c:v>
                </c:pt>
                <c:pt idx="3">
                  <c:v>3.09</c:v>
                </c:pt>
                <c:pt idx="4">
                  <c:v>3.85</c:v>
                </c:pt>
                <c:pt idx="5">
                  <c:v>3.8</c:v>
                </c:pt>
                <c:pt idx="6">
                  <c:v>5.62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qwen2.5 1.5B (shipped)</c:v>
                  </c:pt>
                  <c:pt idx="1">
                    <c:v>llama3.2 1B Q8</c:v>
                  </c:pt>
                  <c:pt idx="2">
                    <c:v>llama3.2 1B Q4</c:v>
                  </c:pt>
                  <c:pt idx="3">
                    <c:v>gemma3 1B</c:v>
                  </c:pt>
                  <c:pt idx="4">
                    <c:v>llama3.2 3B</c:v>
                  </c:pt>
                  <c:pt idx="5">
                    <c:v>qwen2.5 3B</c:v>
                  </c:pt>
                  <c:pt idx="6">
                    <c:v>gemma3 4B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4.32</c:v>
                </c:pt>
                <c:pt idx="1">
                  <c:v>4.69</c:v>
                </c:pt>
                <c:pt idx="2">
                  <c:v>3.39</c:v>
                </c:pt>
                <c:pt idx="3">
                  <c:v>4.19</c:v>
                </c:pt>
                <c:pt idx="4">
                  <c:v>6.93</c:v>
                </c:pt>
                <c:pt idx="5">
                  <c:v>5.38</c:v>
                </c:pt>
                <c:pt idx="6">
                  <c:v>8.24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Galaxy users describe problems vaguely. This engine turns such a complaint into a schema-valid troubleshooting plan whose settings steps open the right Settings screen in one tap. Headline numbers: 13.7 ms P95 on a cache hit, 4.4 s P95 for a live plan from a local 1.5B model, zero URL leaks, and no per-query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measurements with the same local model. When the model writes the steps itself, fewer than half are the article's own words, it needs 61% more tokens, and its P95 misses the 8 second budget. When it only picks step numbers, every step is the article's text by construction. For deeplinks, a model writing masked URIs gets 1 of 43 right; the retriever gets 95.3%. Source: reports/ablation_steps.txt, ablation_generate.txt and dl_display_hybrid.txt.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input is a free-text complaint, optionally with a knowledge-base (SIIS) article. The output is a plan in the problem statement's schema. Five hard rules: valid JSON, steps only from the source, catalog deeplinks only, zero web URLs, and the latency budgets.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invariants come from ADR-001, ADR-002 and the build design. Because the model only emits indices and screen descriptions, hallucinated steps and hallucinated URIs are impossible by construction rather than filtered after the 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an article, the complaint is split at explicit problem boundaries and each part is matched to a pre-validated plan by meaning, not keywords. Complaints about topics no plan covers fall back instead of getting the nearest display plan. With an article, the article decides: a known article returns its stored plan instantly; an unseen one goes to the local model, which only picks step numbers. A retriever maps screens to catalog deeplinks, and 17 gates validate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semantic cache embeds the query with bge-small and compares it to the cached phrasings of each plan. The calibration set tuned the thresholds; a separate test set, written before evaluation, measures the result honestly. Out-of-scope anchors cut false hits from 1/12 to 0/12 on the calibration set and 2/38 to 1/38 on the test set without losing hit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live path runs qwen2.5:1.5b through Ollama on an RTX 4050 laptop GPU. The model output is constrained by a JSON schema and contains only indices and screen descriptions. Retrieval, ordering and validation are deterministic. 33 of 33 live plans passed every gate; median 2.6 s, P95 4.4 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Appendix C architectural ablation. Letting the model write the URI fails completely because the catalog's URIs are masked. Letting it choose among the retriever's top 8 keeps URIs valid but only reaches 60.5%. Rules-only BM25 is close on catalog wording but collapses on free-form wording, so the shipped hybrid combines BM25 and dense embeddings.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seven models ran on the same inputs in one run. The 4-bit llama3.2 1B ties at the median and has the lowest P95, but its plans needed most action names replaced and it writes 37% more tokens. qwen2.5:1.5b gives the best balance of speed, validity and accuracy.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target is met. The raw output behind each figure is in the reports folder, and every number can be regenerated with scripts/run_reports.py.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page calls the real API. Each scene shows the path taken, latency, tokens and cost. The Open buttons show the catalog deeplink; on a phone they would open the Settings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main limits from the metrics report, each with evidence there. Sharing live plans across callers is held back deliberately: it risks serving one caller's article-derived plan to others.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shown is in the repository: code, tests, the reports behind every number, and the demo script.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PRISM GENAI HACKATHON 3.0  ·  THEME 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Guided Troubleshooting Engine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vague Galaxy complaint in. A validated, one-tap troubleshooting plan out.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3474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 ms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hit, P95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0" y="338328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24912" y="3474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724912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plan, P95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0" y="338328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36592" y="3474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736592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leaks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0" y="338328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48272" y="3474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$0.00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748272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query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1.5B model, same 11 articles: taking the writing away from the model is what makes it trustworthy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77640" cy="3520440"/>
          </a:xfrm>
          <a:prstGeom prst="roundRect">
            <a:avLst>
              <a:gd name="adj" fmla="val 207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8988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Steps: pick, don't write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09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steps that are the article's own words</a:t>
            </a:r>
            <a:endParaRPr lang="en-US" sz="11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965960"/>
          <a:ext cx="379476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85800" y="36576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steps: 53% rewritten, 5% with no close sentence in the article.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costs 61% more tokens; P95 10.1 s, over the 8 s budget (picking: 4.5 s).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709160" y="1280160"/>
            <a:ext cx="3977640" cy="3520440"/>
          </a:xfrm>
          <a:prstGeom prst="roundRect">
            <a:avLst>
              <a:gd name="adj" fmla="val 207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8988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Deeplinks: retrieve, don't write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709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linked correctly, 43 hand-labelled</a:t>
            </a:r>
            <a:endParaRPr lang="en-US" sz="11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4800600" y="1965960"/>
          <a:ext cx="379476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937760" y="36576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URIs are masked: a model writing them invents 42 of 43.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retriever takes 16.9 ms per screen; a model call takes 279 ms.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 complaint into a plan an agent or the user can follow immediately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49040" cy="3291840"/>
          </a:xfrm>
          <a:prstGeom prst="roundRect">
            <a:avLst>
              <a:gd name="adj" fmla="val 2222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users actually write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452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“My Galaxy S22 screen inputs are delayed and the touch responsiveness is laggy.”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“My screen got cracked when I dropped it. Also, every tap takes ages to register.”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“My battery dies by lunchtime even though I barely touch my phone.”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977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with a knowledge-base article: then the plan must be built from that article alone.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3258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every answer must do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178308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074920" y="1728216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JSON in the given schema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response, no exceptions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0" y="2350008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0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2295144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only from the support article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invented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0" y="2916936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2916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286207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Deeplinks copied from the catalog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synthesised by a model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0" y="3483864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0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34290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 URLs anywhere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the article contains one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0" y="4050792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0" y="4050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074920" y="399592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≤ 300 ms cached, ≤ 8 s live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rules the design never breaks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rule turns a failure mode into something that cannot happen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0020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031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never writes user-facing text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0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selects step numbers from the article; code copies those steps verbatim.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8404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 that is not in the source cannot appear.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73552" y="137160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02152" y="160020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02152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02152" y="21031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never sees or writes a deeplink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502152" y="2880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describes the screen it wants; a BM25 + dense retriever finds the catalog entry.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502152" y="38404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invented URI is structurally impossible.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89904" y="137160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18504" y="160020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18504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18504" y="21031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cache is the pipeline, frozen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318504" y="2880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plans are the same pipeline's output, run once per article at build time.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18504" y="38404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hand-written answer path to drift or hard-code.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request is handled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/v1/troubleshoot  →  one of three paths; every plan returned has passed the gates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2331720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20624" y="2331720"/>
            <a:ext cx="1216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optional article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965960" y="2194560"/>
            <a:ext cx="1188720" cy="1097280"/>
          </a:xfrm>
          <a:prstGeom prst="diamond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65960" y="219456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supplied?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691640" y="2743200"/>
            <a:ext cx="27432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2971800" y="1691640"/>
            <a:ext cx="502920" cy="68580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926080" y="17830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74720" y="132588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29584" y="132588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problems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 clause each)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0" y="1691640"/>
            <a:ext cx="27432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303520" y="1325880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58384" y="1325880"/>
            <a:ext cx="1536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each to 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plan (bge-small)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49440" y="1691640"/>
            <a:ext cx="27432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223760" y="132588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CCFBF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78624" y="132588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plan per problem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milliseconds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474720" y="21305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match, or out of scope → empty plan, fallback: no_siis_context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971800" y="3108960"/>
            <a:ext cx="502920" cy="68580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2880360" y="33832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474720" y="3429000"/>
            <a:ext cx="118872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29584" y="3429000"/>
            <a:ext cx="1078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seen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before?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3794760"/>
            <a:ext cx="18288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46320" y="3429000"/>
            <a:ext cx="1325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901184" y="3429000"/>
            <a:ext cx="1216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qwen2.5:1.5b picks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numbers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72200" y="3794760"/>
            <a:ext cx="18288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355080" y="3429000"/>
            <a:ext cx="118872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9944" y="3429000"/>
            <a:ext cx="1078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 links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deeplinks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543800" y="3794760"/>
            <a:ext cx="18288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726680" y="3429000"/>
            <a:ext cx="1051560" cy="731520"/>
          </a:xfrm>
          <a:prstGeom prst="roundRect">
            <a:avLst>
              <a:gd name="adj" fmla="val 7500"/>
            </a:avLst>
          </a:prstGeom>
          <a:solidFill>
            <a:srgbClr val="CCFBF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81544" y="3429000"/>
            <a:ext cx="941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G0–G16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live plan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474720" y="42336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before (a supplied article, or planned earlier) → its stored plan, no model call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365760" y="45720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time: the same pipeline ran once per supplied article with Claude Opus 5; the validated plans and their embeddings are frozen in artifacts/. No hosted model is called at runtime.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cache path: meaning, not strings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validated plans, 130 cached phrasings, no model call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 ms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for a phrasing never seen before (0.1 ms exact)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606040" y="13258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88920" y="14630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84.6%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 on 26 tuning paraphrases · 100% on 27 written afterwards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632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340/340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657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naming two known problems got both plans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06040" y="2926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88920" y="30632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37/38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788920" y="3657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out-of-scope complaints correctly fell back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983480" y="13258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983480" y="1691640"/>
            <a:ext cx="3703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Two-factor acceptance: a match must be similar enough, and either very close or clearly ahead of the runner-up plan.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Multi-intent: split only at explicit boundaries (sentence ends, “also”, “, and the…”), each part judged like a whole query.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Out-of-scope anchors: topics no plan covers (battery, connectivity…) pull a complaint to a fallback instead of the nearest display plan.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tuned on one set, reported on a test set written before evaluation.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 path: a 1.5B model on a laptop GPU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new article: plan it in seconds, locally, with nothing invented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3258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qwen2.5:1.5b selects step numbers and groups them into actions, under a JSON-schema grammar.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1488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settings screen is resolved against the 578-entry catalog by hybrid retrieval.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29718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screens first, hands-on checks next, destructive steps like a factory reset last.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379476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G0–G16: schema, URL scrub, catalog URIs, one action = one screen; repaired or rejected.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257800" y="1325880"/>
            <a:ext cx="164592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0680" y="14630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 s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057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(P50)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040880" y="1325880"/>
            <a:ext cx="164592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23760" y="14630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s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2057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P95, against an 8 s budget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257800" y="2834640"/>
            <a:ext cx="164592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40680" y="297180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33/33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5440680" y="35661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plans pass every gate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40880" y="2834640"/>
            <a:ext cx="164592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297180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$0.00</a:t>
            </a:r>
            <a:endParaRPr lang="en-US" sz="30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35661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~880 tokens, local inference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257800" y="434340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validated plan for an article is kept, so repeats are identical and instant.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retriever, not the model, picks deeplinks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Precision@1 on 43 hand-labelled Display screens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234440"/>
          <a:ext cx="53949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35040" y="1325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else the ablation showed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169164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URIs are opaque, so a model writing them invents 42 of 43.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takes 16.9 ms per screen (P95), against 279 ms for a model call.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free-form wording, hybrid recall@1 is 66.7% vs 13.3% for rules alone.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on 26 Battery, Camera and Performance screens.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the local model: seven measured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11 articles, 3 passes each, one run on the final code (seconds)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55778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moves 5–10% between runs; the dedicated benchmark measured qwen2.5:1.5b at 4.4 s P95.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1325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qwen2.5:1.5b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0" y="1691640"/>
            <a:ext cx="2560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median, narrowly: the 4-bit llama3.2 1B is within 2%.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33/33 plans pass every gate; gemma3 1B and 4B do not.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step accuracy: 2.97 of 3.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3B models link more screens but cost about 1.3 s more at the median.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4-bit llama3.2 1B is as fast (lowest P95) but loses on quality: 63 of 72 action names replaced, step accuracy 2.87.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against the problem statement's targets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report in Appendix C format: docs/metrics.md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3931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hit, P95 latency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300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ms exact · 13.7 ms new phrasing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plan, P95 latency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8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 s (median 2.6 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Schema-valid responses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(325/325 over HTTP, 20/20 batch)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Web-URL leaks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 including planted URLs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Deeplinks from the catalog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100%, no model writes 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hit rate, unseen phrasings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84.6% tuning · 100% held-out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 accuracy (0–3)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2.92 cached · 2.97 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Deeplink relevance (0–2)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query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$0.00, local inference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one laptop (i5-13420H, RTX 4050 6 GB) with nothing else running.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scripts/demo.py  →  http://127.0.0.1:8000/demo</a:t>
            </a:r>
            <a:endParaRPr lang="en-US" sz="1400" dirty="0"/>
          </a:p>
        </p:txBody>
      </p:sp>
      <p:pic>
        <p:nvPicPr>
          <p:cNvPr id="4" name="Image 0" descr="Demo page showing a cache hit in 12 ms with one-tap Settings deeplin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394960" cy="33741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17220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scenes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172200" y="1682496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172200" y="1682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164592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issue: cache hit in ms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72200" y="211226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72200" y="2112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07568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issue, new words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72200" y="254203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172200" y="25420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50545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problems: two plans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72200" y="297180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722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2935224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Never-seen issue: live plan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72200" y="340156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72200" y="3401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336499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scope: safe fallback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172200" y="3831336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72200" y="3831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537960" y="379476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Planted URL: 0 leaks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172200" y="426110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172200" y="42611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537960" y="422452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Spare: camera (live)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 not do yet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limits, from docs/metrics.md §6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77640" cy="2743200"/>
          </a:xfrm>
          <a:prstGeom prst="roundRect">
            <a:avLst>
              <a:gd name="adj" fmla="val 266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3566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plans cover Display only: all supplied data is Display.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plans link a specific screen for 19% of settings actions (69% cached).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two-problem complaint, a problem with no plan is dropped silently.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article always takes the live path, even if the complaint matches a cached plan.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09160" y="1280160"/>
            <a:ext cx="3977640" cy="2743200"/>
          </a:xfrm>
          <a:prstGeom prst="roundRect">
            <a:avLst>
              <a:gd name="adj" fmla="val 266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783080"/>
            <a:ext cx="3566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plans for Battery, Camera and Performance articles.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caller when part of a complaint went unanswered (needs a meta key).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whether live plans may be shared with other callers' similar queries.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live-path deeplink coverage with better screen descriptions.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804672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 pull qwen2.5:1.5b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scripts/demo.py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github.com/Sanyam-Ahuja/prism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PRISM_GENAI_HACKATHON_Y2026  ·  README, metrics report, AI disclosure and demo runbook inside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Guided Troubleshooting Engine</dc:title>
  <dc:subject>Samsung PRISM GenAI Hackathon 3.0 - Theme 02</dc:subject>
  <dc:creator>PptxGenJS</dc:creator>
  <cp:lastModifiedBy>PptxGenJS</cp:lastModifiedBy>
  <cp:revision>1</cp:revision>
  <dcterms:created xsi:type="dcterms:W3CDTF">2026-09-30T17:02:33Z</dcterms:created>
  <dcterms:modified xsi:type="dcterms:W3CDTF">2026-09-30T17:02:33Z</dcterms:modified>
</cp:coreProperties>
</file>